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44c4511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44c4511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44c4511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44c4511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44c4511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44c4511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64b2bb55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64b2bb55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64b2bb55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64b2bb55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6dd8640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6dd8640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dd86404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6dd86404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6dd86404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6dd86404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64b2bb55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64b2bb55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64b2bb55b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64b2bb55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Cloud-Based Healthcare Appointment Management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[Team Name] — Anindya Roy, [Member B], [Member C], [Member 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Completion Status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Functional requirements delivered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Patients register, log in, and book / reschedule / cancel appointments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Providers set availability and view their daily schedule; admins manage clinics and 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Non-functional requirements delivered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secured in transit (HTTPS/TLS) and at rest (TDE on Azure SQL); hosted on Azure App Service with health monitoring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Lab phases completed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Phase 1 (compute/web), Phase 2 (database), Phase 3 (networking &amp; security) complete; Phase 4 (auto-scaling / IaC) partially complete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Complete vs. not 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Complete: web app, Azure SQL DB, VNet + NSGs, Entra ID login, Key Vault secrets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complete: full Terraform IaC and SMS appointment reminders (stretch goals)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Solution Architectural Drawing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Internet (HTTPS/443) → Azure App Service (web tier) → private Azure SQL Database, all inside a VNet protected by NSGs, with Microsoft Entra ID for sign-in and Key Vault for secrets.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2300000"/>
            <a:ext cx="8520600" cy="2450000"/>
          </a:xfrm>
          <a:prstGeom prst="rect">
            <a:avLst/>
          </a:prstGeom>
          <a:noFill/>
          <a:ln w="12700" cap="flat" cmpd="sng" algn="ctr">
            <a:solidFill>
              <a:schemeClr val="dk2"/>
            </a:solidFill>
            <a:prstDash val="dash"/>
          </a:ln>
        </p:spPr>
        <p:txBody>
          <a:bodyPr anchorCtr="1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Paste your architecture diagram here (draw it yourself in draw.io). Show subnets, IP address ranges, and open ports — see the accompanying diagram guide. Delete this box once the diagram is in place.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Budget Projection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Estimated monthly cost (single region, low traffic, DB auto-pause 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 Service Plan (Linux, Basic B1, 1 instance): ~$13 / 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Azure SQL Database (General Purpose, serverless, 1 vCore, auto-pause): ~$47 / 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Blob Storage (5 GB hot, LRS + transactions): ~$1 / 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Networking (standard public IP + ~10 GB egress): ~$3.50 / 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 Vault (secret operations): ~$1 / 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Entra External ID auth (under 50k MAU) and Application Insights (5 GB free): $0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Estimated total: ~$66 / month (~$790 / year)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Figures from the Azure Pricing Calculator; serverless DB cost scales with active hours, so real cost is often lower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of Running System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 xml:space="preserve">Show the running </a:t>
            </a:r>
            <a:r>
              <a:rPr lang="en"/>
              <a:t>website</a:t>
            </a:r>
            <a:r>
              <a:rPr lang="en"/>
              <a:t xml:space="preserve"> (3-5 minute live demonstration)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 the website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Walk through the Azure Portal to show: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Web app on Azure App Service (Linux) with REST API endpoints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Azure SQL Database with appointment and patient tables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VNet, subnets, NSG rules, private endpoint, and IP address ranges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Auto-scale rule, deployment slot, and any extra Azure 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 features: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Microsoft Entra ID sign-in (OAuth2 / OIDC) with role-based access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Encryption: TLS in transit and TDE at rest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NSG firewall rules; secrets stored in Azure Key Vault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Contributions: Anindya Roy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Web application and Azure App Service deployment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the patient and provider UI: booking, rescheduling, and schedule dashboards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Configured Azure App Service (Linux), the CI/CD release pipeline, custom domain, and TLS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Connected the front end to the REST API and data layer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Contributions: [Member B]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Database and data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the schema (patients, providers, appointments, time slots) in Azure SQL Database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Wrote stored procedures and queries; enabled TDE and automated backups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Configured the private endpoint so the database is not publicly reachable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Contributions: [Member C]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Networking and security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the VNet, subnets, and NSG rules (ports 443 and 1433)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up Azure Key Vault with managed identity for connection strings and secrets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Configured firewall / border rules and enforced HTTPS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Contributions: [Member D]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Authentication, monitoring, and 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Integrated Microsoft Entra ID (OAuth2 / OIDC) with role-based access control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up Application Insights and Log Analytics dashboards and alerts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Configured auto-scale rules and partial Terraform infrastructure-as-code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Summary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a secure, Azure-hosted appointment system: App Service web tier, Azure SQL, private VNet, and Entra ID auth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 xml:space="preserve">Went well: </a:t>
            </a:r>
            <a:r>
              <a:rPr lang="en"/>
              <a:t>Managed PaaS (App Service + Azure SQL) let us focus on the app; auth and TLS were quick to wire 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 xml:space="preserve">Tradeoffs: </a:t>
            </a:r>
            <a:r>
              <a:rPr lang="en"/>
              <a:t>Serverless SQL (cheaper, small cold-start latency) over always-on; PaaS over self-managed VMs (less control, faster delivery)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 xml:space="preserve">Issues overcome: </a:t>
            </a:r>
            <a:r>
              <a:rPr lang="en"/>
              <a:t>Private-endpoint DNS between App Service and Azure SQL; NSG rules initially blocked traffic on port 1433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 xml:space="preserve">Next time: </a:t>
            </a:r>
            <a:r>
              <a:rPr lang="en"/>
              <a:t>Full Terraform IaC from day one, plus SMS / email reminders and load testing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Time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Professor Crandall now asks questions of each member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